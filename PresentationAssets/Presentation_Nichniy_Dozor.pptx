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15287" y="1600200"/>
            <a:ext cx="8961120" cy="36576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331720"/>
            <a:ext cx="8503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4A9EFF"/>
                </a:solidFill>
              </a:defRPr>
            </a:pPr>
            <a:r>
              <a:t>НІЧНИЙ ДОЗОР</a:t>
            </a:r>
          </a:p>
          <a:p>
            <a:pPr algn="ctr">
              <a:spcBef>
                <a:spcPts val="1000"/>
              </a:spcBef>
              <a:defRPr sz="2200">
                <a:solidFill>
                  <a:srgbClr val="FFD740"/>
                </a:solidFill>
              </a:defRPr>
            </a:pPr>
            <a:r>
              <a:t>Tower Defense · Unity · URP</a:t>
            </a:r>
          </a:p>
          <a:p>
            <a:pPr algn="ctr">
              <a:spcBef>
                <a:spcPts val="1600"/>
              </a:spcBef>
              <a:defRPr sz="1700">
                <a:solidFill>
                  <a:srgbClr val="8A98B0"/>
                </a:solidFill>
              </a:defRPr>
            </a:pPr>
            <a:r>
              <a:t>Захист кристала вночі — 5 хвиль, 2 башні, 2 раси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1. Механіки з RANDOM.ORG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0976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Обрано по 1 механіці з кожного ряду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647" y="960120"/>
            <a:ext cx="10058400" cy="484632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17320"/>
            <a:ext cx="8961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5C470"/>
                </a:solidFill>
              </a:defRPr>
            </a:pPr>
            <a:r>
              <a:t>№21 · Стартовий вибір</a:t>
            </a:r>
          </a:p>
          <a:p>
            <a:pPr algn="ctr">
              <a:spcBef>
                <a:spcPts val="400"/>
              </a:spcBef>
              <a:defRPr sz="1600">
                <a:solidFill>
                  <a:srgbClr val="EAF0FA"/>
                </a:solidFill>
              </a:defRPr>
            </a:pPr>
            <a:r>
              <a:t>2 раси: Ельфи (+15% швидкість) / Гноми (+20% урон)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34640"/>
            <a:ext cx="8961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5C470"/>
                </a:solidFill>
              </a:defRPr>
            </a:pPr>
            <a:r>
              <a:t>№27 · Часові обмеження</a:t>
            </a:r>
          </a:p>
          <a:p>
            <a:pPr algn="ctr">
              <a:spcBef>
                <a:spcPts val="400"/>
              </a:spcBef>
              <a:defRPr sz="1600">
                <a:solidFill>
                  <a:srgbClr val="EAF0FA"/>
                </a:solidFill>
              </a:defRPr>
            </a:pPr>
            <a:r>
              <a:t>Таймер на кожну хвилю — час вийшов = поразка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51960"/>
            <a:ext cx="8961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5C470"/>
                </a:solidFill>
              </a:defRPr>
            </a:pPr>
            <a:r>
              <a:t>№11 · Захист цілі</a:t>
            </a:r>
          </a:p>
          <a:p>
            <a:pPr algn="ctr">
              <a:spcBef>
                <a:spcPts val="400"/>
              </a:spcBef>
              <a:defRPr sz="1600">
                <a:solidFill>
                  <a:srgbClr val="EAF0FA"/>
                </a:solidFill>
              </a:defRPr>
            </a:pPr>
            <a:r>
              <a:t>Кристал 100 HP — вороги йдуть по шляху до нього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2. Що в грі зараз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58087" y="1051560"/>
            <a:ext cx="9875520" cy="47548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247" y="1417320"/>
            <a:ext cx="96012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2 раси · 2 типи башен · 3 типи ворогів</a:t>
            </a:r>
          </a:p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5 хвиль з таймером на кожну</a:t>
            </a:r>
          </a:p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Стартове золото: 120 · Кристал: 100 HP</a:t>
            </a:r>
          </a:p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Лучник (50) — ближній, швидкий  |  Гармата (90) — дальня</a:t>
            </a:r>
          </a:p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Карта збережена в сцені SampleScene</a:t>
            </a:r>
          </a:p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Код спрощено до 4 скриптів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3. Архітектура коду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0976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Assets/Scripts/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914400"/>
            <a:ext cx="10241280" cy="493776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325880"/>
            <a:ext cx="9326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GameConfig.cs</a:t>
            </a:r>
          </a:p>
          <a:p>
            <a:pPr algn="ctr">
              <a:defRPr sz="1600">
                <a:solidFill>
                  <a:srgbClr val="EAF0FA"/>
                </a:solidFill>
              </a:defRPr>
            </a:pPr>
            <a:r>
              <a:t>Баланс, хвилі, шлях ворогів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77439"/>
            <a:ext cx="9326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BuildZone.cs</a:t>
            </a:r>
          </a:p>
          <a:p>
            <a:pPr algn="ctr">
              <a:defRPr sz="1600">
                <a:solidFill>
                  <a:srgbClr val="EAF0FA"/>
                </a:solidFill>
              </a:defRPr>
            </a:pPr>
            <a:r>
              <a:t>Зелена клітинка на сцені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28999"/>
            <a:ext cx="9326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Game.cs</a:t>
            </a:r>
          </a:p>
          <a:p>
            <a:pPr algn="ctr">
              <a:defRPr sz="1600">
                <a:solidFill>
                  <a:srgbClr val="EAF0FA"/>
                </a:solidFill>
              </a:defRPr>
            </a:pPr>
            <a:r>
              <a:t>Логіка + Tower + Enemy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480559"/>
            <a:ext cx="9326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UIManager.cs</a:t>
            </a:r>
          </a:p>
          <a:p>
            <a:pPr algn="ctr">
              <a:defRPr sz="1600">
                <a:solidFill>
                  <a:srgbClr val="EAF0FA"/>
                </a:solidFill>
              </a:defRPr>
            </a:pPr>
            <a:r>
              <a:t>Меню, HUD, кнопки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0644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A98B0"/>
                </a:solidFill>
              </a:defRPr>
            </a:pPr>
            <a:r>
              <a:t>Сцена: Level (карта) + NightWatch (Game, UIManager) + Main Camera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4. Потік гри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5247" y="960120"/>
            <a:ext cx="9601200" cy="484632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247" y="1325880"/>
            <a:ext cx="9601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Play → меню: обрати расу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HUD → обрати башню (Лучник / Гармата)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Клік по зеленій клітинці → побудова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Кнопка «Хвиля» → спавн ворогів + таймер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Башні б'ють найближчого ворога (без снарядів)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Усі вороги мертві до кінця часу → наступна хвиля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5 хвиль → перемога  |  час або кристал → поразка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5. Клас Game — «мозок» гри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6647" y="960120"/>
            <a:ext cx="10058400" cy="484632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247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Game.I — singleton (один менеджер на гру)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Start: знайти Level, зібрати BuildZone, показати меню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Update: таймер хвилі, HUD, кліки по карті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StartWithRace / SelectTower / StartNextWave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SpawnWave — корутина з паузою між ворогами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Tower.Create — миттєвий урон  |  Enemy — рух по EnemyPath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6. GameConfig.cs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58087" y="1051560"/>
            <a:ext cx="9875520" cy="47548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247" y="1417320"/>
            <a:ext cx="96012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static class — усі числа в одному місці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Масив Waves: скільки ворогів на кожну хвилю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Масив EnemyPath: точки маршруту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TowerCost, TowerRange, TowerDamage, TowerFireRate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ApplyRace: ельфи швидше, гноми сильніше</a:t>
            </a:r>
          </a:p>
          <a:p>
            <a:pPr algn="ctr">
              <a:spcAft>
                <a:spcPts val="800"/>
              </a:spcAft>
              <a:defRPr sz="1700">
                <a:solidFill>
                  <a:srgbClr val="EAF0FA"/>
                </a:solidFill>
              </a:defRPr>
            </a:pPr>
            <a:r>
              <a:t>WaveSeconds: 45 + wave×5 секунд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7. UIManager.cs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5247" y="1097280"/>
            <a:ext cx="960120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247" y="1463040"/>
            <a:ext cx="9601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UI створюється в коді (Canvas, кнопки, тексти)</a:t>
            </a:r>
          </a:p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3 екрани: меню · HUD · кінець гри</a:t>
            </a:r>
          </a:p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Ціна башен над кнопками (50 / 90 зол.)</a:t>
            </a:r>
          </a:p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Підсвітка обраної башні зеленим</a:t>
            </a:r>
          </a:p>
          <a:p>
            <a:pPr algn="ctr">
              <a:spcAft>
                <a:spcPts val="800"/>
              </a:spcAft>
              <a:defRPr sz="1800">
                <a:solidFill>
                  <a:srgbClr val="EAF0FA"/>
                </a:solidFill>
              </a:defRPr>
            </a:pPr>
            <a:r>
              <a:t>RefreshHud — золото, HP, таймер, хвиля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8. Керування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2447" y="1325880"/>
            <a:ext cx="8686800" cy="41148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247" y="1600200"/>
            <a:ext cx="9601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EAF0FA"/>
                </a:solidFill>
              </a:defRPr>
            </a:pPr>
            <a:r>
              <a:t>Ельфи / Гноми — вибір раси</a:t>
            </a:r>
          </a:p>
          <a:p>
            <a:pPr algn="ctr">
              <a:spcAft>
                <a:spcPts val="800"/>
              </a:spcAft>
              <a:defRPr sz="2000">
                <a:solidFill>
                  <a:srgbClr val="EAF0FA"/>
                </a:solidFill>
              </a:defRPr>
            </a:pPr>
            <a:r>
              <a:t>Лучник / Гармата — тип башні</a:t>
            </a:r>
          </a:p>
          <a:p>
            <a:pPr algn="ctr">
              <a:spcAft>
                <a:spcPts val="800"/>
              </a:spcAft>
              <a:defRPr sz="2000">
                <a:solidFill>
                  <a:srgbClr val="EAF0FA"/>
                </a:solidFill>
              </a:defRPr>
            </a:pPr>
            <a:r>
              <a:t>Клік по зеленій зоні — побудова</a:t>
            </a:r>
          </a:p>
          <a:p>
            <a:pPr algn="ctr">
              <a:spcAft>
                <a:spcPts val="800"/>
              </a:spcAft>
              <a:defRPr sz="2000">
                <a:solidFill>
                  <a:srgbClr val="EAF0FA"/>
                </a:solidFill>
              </a:defRPr>
            </a:pPr>
            <a:r>
              <a:t>Хвиля — старт наступної хвилі</a:t>
            </a:r>
          </a:p>
          <a:p>
            <a:pPr algn="ctr">
              <a:spcAft>
                <a:spcPts val="800"/>
              </a:spcAft>
              <a:defRPr sz="2000">
                <a:solidFill>
                  <a:srgbClr val="EAF0FA"/>
                </a:solidFill>
              </a:defRPr>
            </a:pPr>
            <a:r>
              <a:t>Знову — рестарт після перемоги/поразки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9. Питання на захисті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0976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Короткі відповіді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914400"/>
            <a:ext cx="10241280" cy="493776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5247" y="1280160"/>
            <a:ext cx="9601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EAF0FA"/>
                </a:solidFill>
              </a:defRPr>
            </a:pPr>
            <a:r>
              <a:t>Скільки скриптів? — 4 (GameConfig, BuildZone, Game, UIManager)</a:t>
            </a:r>
          </a:p>
          <a:p>
            <a:pPr algn="ctr">
              <a:spcAft>
                <a:spcPts val="800"/>
              </a:spcAft>
              <a:defRPr sz="1600">
                <a:solidFill>
                  <a:srgbClr val="EAF0FA"/>
                </a:solidFill>
              </a:defRPr>
            </a:pPr>
            <a:r>
              <a:t>Де карта? — об'єкт Level на сцені</a:t>
            </a:r>
          </a:p>
          <a:p>
            <a:pPr algn="ctr">
              <a:spcAft>
                <a:spcPts val="800"/>
              </a:spcAft>
              <a:defRPr sz="1600">
                <a:solidFill>
                  <a:srgbClr val="EAF0FA"/>
                </a:solidFill>
              </a:defRPr>
            </a:pPr>
            <a:r>
              <a:t>Як вороги йдуть? — по масиву EnemyPath</a:t>
            </a:r>
          </a:p>
          <a:p>
            <a:pPr algn="ctr">
              <a:spcAft>
                <a:spcPts val="800"/>
              </a:spcAft>
              <a:defRPr sz="1600">
                <a:solidFill>
                  <a:srgbClr val="EAF0FA"/>
                </a:solidFill>
              </a:defRPr>
            </a:pPr>
            <a:r>
              <a:t>Що таке корутина? — SpawnWave з yield return WaitForSeconds</a:t>
            </a:r>
          </a:p>
          <a:p>
            <a:pPr algn="ctr">
              <a:spcAft>
                <a:spcPts val="800"/>
              </a:spcAft>
              <a:defRPr sz="1600">
                <a:solidFill>
                  <a:srgbClr val="EAF0FA"/>
                </a:solidFill>
              </a:defRPr>
            </a:pPr>
            <a:r>
              <a:t>Коли поразка? — час вийшов або кристал знищено</a:t>
            </a:r>
          </a:p>
          <a:p>
            <a:pPr algn="ctr">
              <a:spcAft>
                <a:spcPts val="800"/>
              </a:spcAft>
              <a:defRPr sz="1600">
                <a:solidFill>
                  <a:srgbClr val="EAF0FA"/>
                </a:solidFill>
              </a:defRPr>
            </a:pPr>
            <a:r>
              <a:t>Документація: PresentationAssets/exam_prep_code_qa.pdf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A9EFF"/>
                </a:solidFill>
              </a:defRPr>
            </a:pPr>
            <a:r>
              <a:t>10. Демонстрація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1371600"/>
            <a:ext cx="9144000" cy="41148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D740"/>
                </a:solidFill>
              </a:defRPr>
            </a:pPr>
            <a:r>
              <a:t>▶  LIVE DEMO / ВІДЕО</a:t>
            </a:r>
          </a:p>
          <a:p>
            <a:pPr algn="ctr">
              <a:spcBef>
                <a:spcPts val="1200"/>
              </a:spcBef>
              <a:defRPr sz="1800">
                <a:solidFill>
                  <a:srgbClr val="8A98B0"/>
                </a:solidFill>
              </a:defRPr>
            </a:pPr>
            <a:r>
              <a:t>Unity → SampleScene → 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247" y="2286000"/>
            <a:ext cx="7315200" cy="2286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0" y="2651760"/>
            <a:ext cx="7132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A9EFF"/>
                </a:solidFill>
              </a:defRPr>
            </a:pPr>
            <a:r>
              <a:t>Дякуємо за увагу!</a:t>
            </a:r>
          </a:p>
          <a:p>
            <a:pPr algn="ctr">
              <a:defRPr sz="1800">
                <a:solidFill>
                  <a:srgbClr val="8A98B0"/>
                </a:solidFill>
              </a:defRPr>
            </a:pPr>
            <a:r>
              <a:t>Нічний Дозор · GitHub: Ekzamen_Bozhko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